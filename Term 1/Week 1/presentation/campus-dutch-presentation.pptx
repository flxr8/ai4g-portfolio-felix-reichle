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4" name="Image 0" descr="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621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· QUALITY EDUCATION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Dutch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Dutch vocabulary of academic life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06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D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BOLT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Rayna Jong, Felix Reichle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in class, lost in the fine print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Duolingo-style apps teach everyday conversational Dutch</a:t>
            </a:r>
            <a:endParaRPr lang="en-US" sz="15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life runs on different vocabulary: exam rules, deadlines, teacher emails, grading</a:t>
            </a:r>
            <a:endParaRPr lang="en-US" sz="15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vocabulary is specific and technical</a:t>
            </a:r>
            <a:endParaRPr lang="en-US" sz="15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 course covers it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60350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apps: everyday conversational Dutch</a:t>
            </a:r>
            <a:endParaRPr lang="en-US" sz="14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Dutch: exams, rules, deadlines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86600" y="18288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icons/penToSqu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193852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exam instructions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86600" y="2606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scaleBalanc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7157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academic regulations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086600" y="33832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icons/calendarDay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34930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deadline in an email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42976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“University regulations require a very special vocabulary. Basic courses don’t teach it.”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Dutch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User Group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Campus Dutch is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6" name="Image 0" descr="icons/us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95728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286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461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English-taught programme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in English day to day</a:t>
            </a:r>
            <a:endParaRPr lang="en-US" sz="13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Dutch for academic admin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4434840"/>
            <a:ext cx="356616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Duolingo?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9377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everyday conversational Dutch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exam and deadline vocabulary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drops without relevance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4920" y="196596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7F3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2084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starting point, mixed levels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423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Dutch or A1/A2, same practical content.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74920" y="333756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7F3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49240" y="3456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794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has to fit short pockets between classes.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74920" y="470916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7F3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49240" y="4828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relevance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5166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Sticks with tools that pay off immediately.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Dutch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Description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it in context. Retain it for real.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pic>
        <p:nvPicPr>
          <p:cNvPr id="5" name="Image 0" descr="icons/penToSquar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013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53312" y="1600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429000" y="16002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pic>
        <p:nvPicPr>
          <p:cNvPr id="8" name="Image 1" descr="icons/scaleBalance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013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42232" y="1600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&amp; Rules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17920" y="16002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pic>
        <p:nvPicPr>
          <p:cNvPr id="11" name="Image 2" descr="icons/chalkboardUser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0136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31152" y="1600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&amp; Classes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9006840" y="16002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pic>
        <p:nvPicPr>
          <p:cNvPr id="14" name="Image 3" descr="icons/calendarDays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18013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720072" y="1600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&amp; Schedules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loop built for retention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3246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14400" y="3520440"/>
            <a:ext cx="594360" cy="5943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9" name="Image 4" descr="icons/commentDo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366674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520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91440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emails, deadline notices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and pronunciation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00507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4416552" y="3246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690872" y="3520440"/>
            <a:ext cx="594360" cy="5943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26" name="Image 5" descr="icons/clipboard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66674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9691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4690872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690872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Flashcards, Leitner schedule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resurface days later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781544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3"/>
          <p:cNvSpPr/>
          <p:nvPr/>
        </p:nvSpPr>
        <p:spPr>
          <a:xfrm>
            <a:off x="8193024" y="3246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67344" y="3520440"/>
            <a:ext cx="594360" cy="5943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33" name="Image 6" descr="icons/arrowsRotat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3666744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1073384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5" name="Text 26"/>
          <p:cNvSpPr txBox="1"/>
          <p:nvPr/>
        </p:nvSpPr>
        <p:spPr>
          <a:xfrm>
            <a:off x="8467344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daily</a:t>
            </a:r>
            <a:endParaRPr lang="en-US" sz="1700" dirty="0"/>
          </a:p>
        </p:txBody>
      </p:sp>
      <p:sp>
        <p:nvSpPr>
          <p:cNvPr id="36" name="Text 27"/>
          <p:cNvSpPr txBox="1"/>
          <p:nvPr/>
        </p:nvSpPr>
        <p:spPr>
          <a:xfrm>
            <a:off x="8467344" y="4709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cards from every topic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together for real recall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Description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Dutch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5852160"/>
            <a:ext cx="4114800" cy="4114800"/>
          </a:xfrm>
          <a:prstGeom prst="ellipse">
            <a:avLst/>
          </a:prstGeom>
          <a:solidFill>
            <a:srgbClr val="13203A"/>
          </a:solidFill>
          <a:ln/>
        </p:spPr>
      </p:sp>
      <p:pic>
        <p:nvPicPr>
          <p:cNvPr id="3" name="Image 0" descr="icons/shieldHalve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669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Ethical Reasoning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tool like this can go wrong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320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7706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confidence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2770632"/>
            <a:ext cx="7543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the app can feel like full readiness</a:t>
            </a:r>
            <a:endParaRPr lang="en-US" sz="1300" dirty="0"/>
          </a:p>
          <a:p>
            <a:pPr marL="177800" indent="-1778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vocabulary is only part of what's needed</a:t>
            </a:r>
            <a:endParaRPr lang="en-US" sz="1300" dirty="0"/>
          </a:p>
          <a:p>
            <a:pPr marL="177800" indent="-1778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highest for resit deadlines and appeals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320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46227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coverage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4462272"/>
            <a:ext cx="7543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checked across every faculty</a:t>
            </a:r>
            <a:endParaRPr lang="en-US" sz="1300" dirty="0"/>
          </a:p>
          <a:p>
            <a:pPr marL="177800" indent="-1778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differ by institution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Dutch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2026-09-09T11:53:18Z</dcterms:created>
  <dcterms:modified xsi:type="dcterms:W3CDTF">2026-09-09T11:53:18Z</dcterms:modified>
</cp:coreProperties>
</file>